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0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9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9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6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4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6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0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9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8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AC4B6-0064-4A5B-A80E-49C848EBF8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2703D-C750-416F-AE8B-E888BBF2B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7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Обход бинарного дерева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Алгоритмы, структуры данных и программирование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668" y="6409189"/>
            <a:ext cx="3531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Стрелов Григорий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5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бинарное дерево?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Бинарное дерево это структура данных, где:</a:t>
            </a:r>
          </a:p>
          <a:p>
            <a:r>
              <a:rPr lang="ru-RU" dirty="0" smtClean="0"/>
              <a:t>каждый узел имеет не более двух потомков </a:t>
            </a:r>
          </a:p>
          <a:p>
            <a:r>
              <a:rPr lang="ru-RU" dirty="0" smtClean="0"/>
              <a:t>есть корневой узел (</a:t>
            </a:r>
            <a:r>
              <a:rPr lang="ru-RU" dirty="0" err="1" smtClean="0"/>
              <a:t>root</a:t>
            </a:r>
            <a:r>
              <a:rPr lang="ru-RU" dirty="0" smtClean="0"/>
              <a:t>) </a:t>
            </a:r>
          </a:p>
          <a:p>
            <a:r>
              <a:rPr lang="ru-RU" dirty="0" smtClean="0"/>
              <a:t>есть левое и правое поддерево </a:t>
            </a:r>
          </a:p>
          <a:p>
            <a:r>
              <a:rPr lang="ru-RU" b="1" dirty="0" smtClean="0"/>
              <a:t>Применение:</a:t>
            </a:r>
            <a:endParaRPr lang="ru-RU" dirty="0" smtClean="0"/>
          </a:p>
          <a:p>
            <a:r>
              <a:rPr lang="ru-RU" dirty="0" smtClean="0"/>
              <a:t>базы данных </a:t>
            </a:r>
          </a:p>
          <a:p>
            <a:r>
              <a:rPr lang="ru-RU" dirty="0" smtClean="0"/>
              <a:t>поиск информации </a:t>
            </a:r>
          </a:p>
          <a:p>
            <a:r>
              <a:rPr lang="ru-RU" dirty="0" smtClean="0"/>
              <a:t>компиляторы </a:t>
            </a:r>
          </a:p>
          <a:p>
            <a:r>
              <a:rPr lang="ru-RU" dirty="0" smtClean="0"/>
              <a:t>алгоритмы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0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значит "обход дерева"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Обход дерева это процесс посещения всех узлов дерева в определённом порядке.</a:t>
            </a:r>
          </a:p>
          <a:p>
            <a:r>
              <a:rPr lang="ru-RU" dirty="0" smtClean="0"/>
              <a:t>Основная задача:</a:t>
            </a:r>
          </a:p>
          <a:p>
            <a:r>
              <a:rPr lang="ru-RU" dirty="0" smtClean="0"/>
              <a:t>пройти по всем элементам без повторений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4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обхода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Порядок:</a:t>
            </a:r>
          </a:p>
          <a:p>
            <a:r>
              <a:rPr lang="ru-RU" dirty="0" smtClean="0"/>
              <a:t>Корень </a:t>
            </a:r>
          </a:p>
          <a:p>
            <a:r>
              <a:rPr lang="ru-RU" dirty="0" smtClean="0"/>
              <a:t>Левое поддерево </a:t>
            </a:r>
          </a:p>
          <a:p>
            <a:r>
              <a:rPr lang="ru-RU" dirty="0" smtClean="0"/>
              <a:t>Правое поддерево </a:t>
            </a:r>
          </a:p>
          <a:p>
            <a:r>
              <a:rPr lang="ru-RU" b="1" dirty="0" smtClean="0"/>
              <a:t>Пример: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A → B → D → E → C → 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0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(</a:t>
            </a:r>
            <a:r>
              <a:rPr lang="ru-RU" dirty="0" smtClean="0"/>
              <a:t>Симметричный обход)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Порядок:</a:t>
            </a:r>
          </a:p>
          <a:p>
            <a:r>
              <a:rPr lang="ru-RU" dirty="0" smtClean="0"/>
              <a:t>Левое поддерево </a:t>
            </a:r>
          </a:p>
          <a:p>
            <a:r>
              <a:rPr lang="ru-RU" dirty="0" smtClean="0"/>
              <a:t>Корень </a:t>
            </a:r>
          </a:p>
          <a:p>
            <a:r>
              <a:rPr lang="ru-RU" dirty="0" smtClean="0"/>
              <a:t>Правое поддерево </a:t>
            </a:r>
          </a:p>
          <a:p>
            <a:r>
              <a:rPr lang="ru-RU" dirty="0" smtClean="0"/>
              <a:t>Используется в бинарных деревьях поиска</a:t>
            </a:r>
          </a:p>
          <a:p>
            <a:r>
              <a:rPr lang="ru-RU" b="1" dirty="0" smtClean="0"/>
              <a:t>Пример: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 → B → E → A → F → 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1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Postorder</a:t>
            </a:r>
            <a:r>
              <a:rPr lang="en-US" dirty="0" smtClean="0"/>
              <a:t> (</a:t>
            </a:r>
            <a:r>
              <a:rPr lang="ru-RU" dirty="0" smtClean="0"/>
              <a:t>Обратный обход)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Порядок:</a:t>
            </a:r>
          </a:p>
          <a:p>
            <a:r>
              <a:rPr lang="ru-RU" dirty="0" smtClean="0"/>
              <a:t>Левое поддерево </a:t>
            </a:r>
          </a:p>
          <a:p>
            <a:r>
              <a:rPr lang="ru-RU" dirty="0" smtClean="0"/>
              <a:t>Правое поддерево </a:t>
            </a:r>
          </a:p>
          <a:p>
            <a:r>
              <a:rPr lang="ru-RU" dirty="0" smtClean="0"/>
              <a:t>Корень </a:t>
            </a:r>
          </a:p>
          <a:p>
            <a:r>
              <a:rPr lang="ru-RU" b="1" dirty="0" smtClean="0"/>
              <a:t>Пример: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 → E → B → F → C →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2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кода (</a:t>
            </a:r>
            <a:r>
              <a:rPr lang="en-US" dirty="0" smtClean="0"/>
              <a:t>Python)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inorder</a:t>
            </a:r>
            <a:r>
              <a:rPr lang="en-US" dirty="0" smtClean="0"/>
              <a:t>(node):</a:t>
            </a:r>
            <a:br>
              <a:rPr lang="en-US" dirty="0" smtClean="0"/>
            </a:br>
            <a:r>
              <a:rPr lang="en-US" dirty="0" smtClean="0"/>
              <a:t>	if node: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inorder</a:t>
            </a:r>
            <a:r>
              <a:rPr lang="en-US" dirty="0" smtClean="0"/>
              <a:t>(</a:t>
            </a:r>
            <a:r>
              <a:rPr lang="en-US" dirty="0" err="1" smtClean="0"/>
              <a:t>node.left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		print(</a:t>
            </a:r>
            <a:r>
              <a:rPr lang="en-US" dirty="0" err="1" smtClean="0"/>
              <a:t>node.value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inorder</a:t>
            </a:r>
            <a:r>
              <a:rPr lang="en-US" dirty="0" smtClean="0"/>
              <a:t>(</a:t>
            </a:r>
            <a:r>
              <a:rPr lang="en-US" dirty="0" err="1" smtClean="0"/>
              <a:t>node.right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Где применяется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Поиск элементов</a:t>
            </a:r>
          </a:p>
          <a:p>
            <a:r>
              <a:rPr lang="ru-RU" dirty="0" smtClean="0"/>
              <a:t>Сортировка данных</a:t>
            </a:r>
          </a:p>
          <a:p>
            <a:r>
              <a:rPr lang="ru-RU" dirty="0" smtClean="0"/>
              <a:t>Вычисление выражений</a:t>
            </a:r>
          </a:p>
          <a:p>
            <a:r>
              <a:rPr lang="ru-RU" dirty="0" smtClean="0"/>
              <a:t>Работа с деревьями решений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52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Обход дерева важная часть алгоритмов</a:t>
            </a:r>
          </a:p>
          <a:p>
            <a:r>
              <a:rPr lang="ru-RU" dirty="0" smtClean="0"/>
              <a:t>Существует несколько обходов дерева </a:t>
            </a:r>
          </a:p>
          <a:p>
            <a:r>
              <a:rPr lang="ru-RU" dirty="0" smtClean="0"/>
              <a:t>Каждый используется для своих задач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en-US" dirty="0"/>
          </a:p>
        </p:txBody>
      </p:sp>
      <p:sp>
        <p:nvSpPr>
          <p:cNvPr id="7" name="AutoShape 8" descr="Кошка за компьютером (46 фото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852" y="3602038"/>
            <a:ext cx="1571625" cy="1409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24548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159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Обход бинарного дерева</vt:lpstr>
      <vt:lpstr>Что такое бинарное дерево?</vt:lpstr>
      <vt:lpstr>Что значит "обход дерева"</vt:lpstr>
      <vt:lpstr>Виды обхода</vt:lpstr>
      <vt:lpstr>Inorder (Симметричный обход)</vt:lpstr>
      <vt:lpstr>Postorder (Обратный обход)</vt:lpstr>
      <vt:lpstr>Пример кода (Python)</vt:lpstr>
      <vt:lpstr>Где применяется</vt:lpstr>
      <vt:lpstr>Вывод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Обход бинарного дерева</dc:title>
  <dc:creator>Student</dc:creator>
  <cp:lastModifiedBy>Student</cp:lastModifiedBy>
  <cp:revision>3</cp:revision>
  <dcterms:created xsi:type="dcterms:W3CDTF">2026-04-27T09:05:30Z</dcterms:created>
  <dcterms:modified xsi:type="dcterms:W3CDTF">2026-04-27T09:20:45Z</dcterms:modified>
</cp:coreProperties>
</file>